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640080"/>
            <a:ext cx="201168" cy="5029200"/>
          </a:xfrm>
          <a:prstGeom prst="rect">
            <a:avLst/>
          </a:prstGeom>
          <a:solidFill>
            <a:srgbClr val="CC5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005840"/>
            <a:ext cx="6675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B5D"/>
                </a:solidFill>
                <a:latin typeface="Arial"/>
              </a:rPr>
              <a:t>滑雪装备多站点库存与闲鱼分发系统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3246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A6A6A"/>
                </a:solidFill>
                <a:latin typeface="Arial"/>
              </a:rPr>
              <a:t>从韩国站点抓取、库存同步、定价规则到闲鱼多账号发布的一体化运营后台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58521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C5626"/>
                </a:solidFill>
                <a:latin typeface="Arial"/>
              </a:rPr>
              <a:t>Boardline Spider / Xianyu Open System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项目定位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这不是单点脚本，而是一套完整的自动化运营系统。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对接韩国滑雪装备网站，持续抓取商品、图片、价格、库存。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把原始商品数据整理成可运营、可定价、可发布的数据资产。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支撑闲鱼多账号、多批次、多规格商品的自动化分发。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核心目标：把分散在网站、表格、人工操作里的流程统一到一个系统里。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解决的核心问题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商品来源分散，人工查看与更新慢，容易漏品。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库存变化频繁，热门型号与尺码靠人工跟踪成本高。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发布链路复杂，标题、简介、图片、规格、类目都要人工处理。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多账号管理困难，创建、上架、失败、回调难以追踪。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结果：上新慢、库存不同步、重复劳动多、发布结果不透明。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系统整体架构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韩国站点分类抓取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商品列表抓取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商品库存与价格解析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本地数据库沉淀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规则化定价与折扣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AI标题 / 简介 / 图片生成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闲鱼批次创建与发布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回调、状态同步、失败重试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形成“抓取端 + 数据端 + 运营端 + 发布端”的业务闭环。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多站点抓取能力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已成熟运行：Boardline。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已完成接入：One8。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通过 source + branduid 区分不同来源网站。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同站点重跑会更新已有商品，新商品会自动入库。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为后续扩展 4-6 个韩国站点预留了统一结构。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不是一次性抓取，而是可持续更新的多来源商品底座。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库存能力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支持单规格库存、多规格库存、套装商品库存。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支持附加选项清洗后归并主规格。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 0 库存过滤与“售罄”标记。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支持库存异常补抓与失败修复。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库存结构可直接用于后续多规格商品发布。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库存不是简单文本，而是可继续分发的结构化数据。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价格与利润规则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Boardline 已有定价规则表与折扣规则表。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One8 已新增独立 pricing_rules 与 discount_rules。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支持按品类设置汇率、运费、利润率。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支持按关键词设置折扣类型、折扣值与优先级。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运营人员可以直接改表，无需改代码。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不同来源网站可以独立定价，价格策略更灵活。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闲鱼分发能力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支持多闲鱼账号管理。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支持商品池筛选、勾选、生成批次。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支持批量创建、批量上架、批量删除。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支持失败重试、待发布重处理、查询后重发。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支持回调状态同步与异步任务进度显示。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把单次上传动作升级成可追踪、可重试、可审计的任务系统。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AI能力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 AI 标题生成、AI 简介生成、AI 主图生成。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新账号支持独立 AI 内容，不与旧账号共用。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图片生成可按账号定制风格。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创建时可选择是否带水印。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降低内容同质化，提升发布效率和账号差异化运营能力。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多账号差异化运营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新账号默认独立 AI 文案和图片。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新账号默认配置 10 组发货地区。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每 10 个商品自动轮换地区。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支持账号级发布参数与类目映射。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不是机械的一库多发，而是同源商品的多账号差异化运营。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后台能力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账号概览、商品池浏览、分类筛选。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批次管理、任务明细查看、回调状态查看。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创建 / 上架 / 删除进度可视化。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失败项可继续补处理。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运营动作可视化，结果可回查，异常可定位。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数据资产沉淀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商品主表。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商品价格与库存表。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变化日志。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闲鱼账号表、批次表、任务表。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全量库存导出表与每日变化表。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业务不再停留在人工层，而是在持续形成自己的商品数据库和运营数据库。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系统卖点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多站点商品采集能力。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结构化库存解析能力。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表格化价格与折扣规则。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多账号闲鱼分发能力。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AI 内容差异化能力。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批次与任务化运营能力。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自动补抓与失败修复能力。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这不是一个抓取脚本，而是一套面向实际运营的自动化商品分发系统。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业务价值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更快上新，减少人工查品与整理时间。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更准库存，降低超卖、误卖、错发风险。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更强复用，同一商品资产可复用到多个账号。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更低人力，规则化处理替代重复劳动。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更易扩展，后续继续接站点、接平台、接账号都更快。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适合韩国滑雪装备分销、多平台铺货、多账号精细化运营。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后续升级方向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接入更多韩国站点。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继续提升抓取速度，减少浏览器依赖。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增加登录与权限系统。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支持淘宝 / 其他平台分发。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增强价格与库存预警。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32323"/>
                </a:solidFill>
                <a:latin typeface="Arial"/>
              </a:rPr>
              <a:t>提升 AI 图与文案策略能力。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当前系统已经可用，后续重点是从“可用”走向“规模化”。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B5D"/>
                </a:solidFill>
                <a:latin typeface="Arial"/>
              </a:rPr>
              <a:t>收尾页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数据抓取只是入口。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规则系统是中台。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多账号发布是业务出口。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系统的价值，在于把商品数据真正变成运营能力。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989320"/>
            <a:ext cx="10789920" cy="457200"/>
          </a:xfrm>
          <a:prstGeom prst="roundRect">
            <a:avLst/>
          </a:prstGeom>
          <a:solidFill>
            <a:srgbClr val="FFFCF6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6A6A6A"/>
                </a:solidFill>
                <a:latin typeface="Arial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